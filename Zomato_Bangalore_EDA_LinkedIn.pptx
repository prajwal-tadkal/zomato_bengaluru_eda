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F42CC-86D4-4934-8342-5D4AADB5994A}" v="12" dt="2026-05-31T13:15:34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p" userId="c64e48de861ac08d" providerId="LiveId" clId="{423BC2B2-5BE1-4D02-AA19-069F1395B46D}"/>
    <pc:docChg chg="undo custSel delSld modSld">
      <pc:chgData name="p p" userId="c64e48de861ac08d" providerId="LiveId" clId="{423BC2B2-5BE1-4D02-AA19-069F1395B46D}" dt="2026-05-31T13:59:06.198" v="1005" actId="1076"/>
      <pc:docMkLst>
        <pc:docMk/>
      </pc:docMkLst>
      <pc:sldChg chg="modSp mod">
        <pc:chgData name="p p" userId="c64e48de861ac08d" providerId="LiveId" clId="{423BC2B2-5BE1-4D02-AA19-069F1395B46D}" dt="2026-05-31T13:57:39.168" v="981" actId="20577"/>
        <pc:sldMkLst>
          <pc:docMk/>
          <pc:sldMk cId="0" sldId="256"/>
        </pc:sldMkLst>
        <pc:spChg chg="mod">
          <ac:chgData name="p p" userId="c64e48de861ac08d" providerId="LiveId" clId="{423BC2B2-5BE1-4D02-AA19-069F1395B46D}" dt="2026-05-31T12:18:55.816" v="1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p p" userId="c64e48de861ac08d" providerId="LiveId" clId="{423BC2B2-5BE1-4D02-AA19-069F1395B46D}" dt="2026-05-31T12:18:49.952" v="1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p p" userId="c64e48de861ac08d" providerId="LiveId" clId="{423BC2B2-5BE1-4D02-AA19-069F1395B46D}" dt="2026-05-31T12:18:41.792" v="13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p p" userId="c64e48de861ac08d" providerId="LiveId" clId="{423BC2B2-5BE1-4D02-AA19-069F1395B46D}" dt="2026-05-31T12:19:02.131" v="1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p p" userId="c64e48de861ac08d" providerId="LiveId" clId="{423BC2B2-5BE1-4D02-AA19-069F1395B46D}" dt="2026-05-31T12:16:23.196" v="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p p" userId="c64e48de861ac08d" providerId="LiveId" clId="{423BC2B2-5BE1-4D02-AA19-069F1395B46D}" dt="2026-05-31T13:57:39.168" v="981" actId="20577"/>
          <ac:spMkLst>
            <pc:docMk/>
            <pc:sldMk cId="0" sldId="256"/>
            <ac:spMk id="22" creationId="{00000000-0000-0000-0000-000000000000}"/>
          </ac:spMkLst>
        </pc:spChg>
      </pc:sldChg>
      <pc:sldChg chg="del">
        <pc:chgData name="p p" userId="c64e48de861ac08d" providerId="LiveId" clId="{423BC2B2-5BE1-4D02-AA19-069F1395B46D}" dt="2026-05-31T13:57:55.878" v="982" actId="47"/>
        <pc:sldMkLst>
          <pc:docMk/>
          <pc:sldMk cId="0" sldId="257"/>
        </pc:sldMkLst>
      </pc:sldChg>
      <pc:sldChg chg="del">
        <pc:chgData name="p p" userId="c64e48de861ac08d" providerId="LiveId" clId="{423BC2B2-5BE1-4D02-AA19-069F1395B46D}" dt="2026-05-31T13:57:58.349" v="983" actId="47"/>
        <pc:sldMkLst>
          <pc:docMk/>
          <pc:sldMk cId="0" sldId="258"/>
        </pc:sldMkLst>
      </pc:sldChg>
      <pc:sldChg chg="del">
        <pc:chgData name="p p" userId="c64e48de861ac08d" providerId="LiveId" clId="{423BC2B2-5BE1-4D02-AA19-069F1395B46D}" dt="2026-05-31T13:58:00.494" v="984" actId="47"/>
        <pc:sldMkLst>
          <pc:docMk/>
          <pc:sldMk cId="0" sldId="259"/>
        </pc:sldMkLst>
      </pc:sldChg>
      <pc:sldChg chg="delSp modSp mod">
        <pc:chgData name="p p" userId="c64e48de861ac08d" providerId="LiveId" clId="{423BC2B2-5BE1-4D02-AA19-069F1395B46D}" dt="2026-05-31T12:30:18.807" v="664" actId="20577"/>
        <pc:sldMkLst>
          <pc:docMk/>
          <pc:sldMk cId="0" sldId="260"/>
        </pc:sldMkLst>
        <pc:spChg chg="mod">
          <ac:chgData name="p p" userId="c64e48de861ac08d" providerId="LiveId" clId="{423BC2B2-5BE1-4D02-AA19-069F1395B46D}" dt="2026-05-31T12:20:07.889" v="20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p p" userId="c64e48de861ac08d" providerId="LiveId" clId="{423BC2B2-5BE1-4D02-AA19-069F1395B46D}" dt="2026-05-31T12:20:12.564" v="21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p p" userId="c64e48de861ac08d" providerId="LiveId" clId="{423BC2B2-5BE1-4D02-AA19-069F1395B46D}" dt="2026-05-31T12:25:34.332" v="617" actId="20577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p p" userId="c64e48de861ac08d" providerId="LiveId" clId="{423BC2B2-5BE1-4D02-AA19-069F1395B46D}" dt="2026-05-31T12:23:00.035" v="37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p p" userId="c64e48de861ac08d" providerId="LiveId" clId="{423BC2B2-5BE1-4D02-AA19-069F1395B46D}" dt="2026-05-31T12:23:34.185" v="282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p p" userId="c64e48de861ac08d" providerId="LiveId" clId="{423BC2B2-5BE1-4D02-AA19-069F1395B46D}" dt="2026-05-31T12:23:31.793" v="281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2:23:28.246" v="280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 p" userId="c64e48de861ac08d" providerId="LiveId" clId="{423BC2B2-5BE1-4D02-AA19-069F1395B46D}" dt="2026-05-31T12:25:21.193" v="611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2:23:52.627" v="28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 p" userId="c64e48de861ac08d" providerId="LiveId" clId="{423BC2B2-5BE1-4D02-AA19-069F1395B46D}" dt="2026-05-31T12:24:15.025" v="28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 p" userId="c64e48de861ac08d" providerId="LiveId" clId="{423BC2B2-5BE1-4D02-AA19-069F1395B46D}" dt="2026-05-31T12:24:28.809" v="288" actId="1410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 p" userId="c64e48de861ac08d" providerId="LiveId" clId="{423BC2B2-5BE1-4D02-AA19-069F1395B46D}" dt="2026-05-31T12:30:18.807" v="664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 p" userId="c64e48de861ac08d" providerId="LiveId" clId="{423BC2B2-5BE1-4D02-AA19-069F1395B46D}" dt="2026-05-31T12:25:44.383" v="61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p p" userId="c64e48de861ac08d" providerId="LiveId" clId="{423BC2B2-5BE1-4D02-AA19-069F1395B46D}" dt="2026-05-31T12:25:51.240" v="619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 p" userId="c64e48de861ac08d" providerId="LiveId" clId="{423BC2B2-5BE1-4D02-AA19-069F1395B46D}" dt="2026-05-31T12:26:24.651" v="626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 p" userId="c64e48de861ac08d" providerId="LiveId" clId="{423BC2B2-5BE1-4D02-AA19-069F1395B46D}" dt="2026-05-31T12:26:59.769" v="634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 p" userId="c64e48de861ac08d" providerId="LiveId" clId="{423BC2B2-5BE1-4D02-AA19-069F1395B46D}" dt="2026-05-31T12:27:12.086" v="635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p p" userId="c64e48de861ac08d" providerId="LiveId" clId="{423BC2B2-5BE1-4D02-AA19-069F1395B46D}" dt="2026-05-31T12:27:15.861" v="636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 p" userId="c64e48de861ac08d" providerId="LiveId" clId="{423BC2B2-5BE1-4D02-AA19-069F1395B46D}" dt="2026-05-31T12:28:00.585" v="645" actId="1410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p p" userId="c64e48de861ac08d" providerId="LiveId" clId="{423BC2B2-5BE1-4D02-AA19-069F1395B46D}" dt="2026-05-31T12:28:20.150" v="651" actId="14100"/>
          <ac:spMkLst>
            <pc:docMk/>
            <pc:sldMk cId="0" sldId="260"/>
            <ac:spMk id="27" creationId="{00000000-0000-0000-0000-000000000000}"/>
          </ac:spMkLst>
        </pc:spChg>
        <pc:graphicFrameChg chg="mod">
          <ac:chgData name="p p" userId="c64e48de861ac08d" providerId="LiveId" clId="{423BC2B2-5BE1-4D02-AA19-069F1395B46D}" dt="2026-05-31T12:20:53.648" v="25" actId="1076"/>
          <ac:graphicFrameMkLst>
            <pc:docMk/>
            <pc:sldMk cId="0" sldId="260"/>
            <ac:graphicFrameMk id="12" creationId="{00000000-0000-0000-0000-000000000000}"/>
          </ac:graphicFrameMkLst>
        </pc:graphicFrameChg>
        <pc:picChg chg="mod">
          <ac:chgData name="p p" userId="c64e48de861ac08d" providerId="LiveId" clId="{423BC2B2-5BE1-4D02-AA19-069F1395B46D}" dt="2026-05-31T12:24:18.359" v="286" actId="1076"/>
          <ac:picMkLst>
            <pc:docMk/>
            <pc:sldMk cId="0" sldId="260"/>
            <ac:picMk id="15" creationId="{00000000-0000-0000-0000-000000000000}"/>
          </ac:picMkLst>
        </pc:picChg>
        <pc:picChg chg="mod">
          <ac:chgData name="p p" userId="c64e48de861ac08d" providerId="LiveId" clId="{423BC2B2-5BE1-4D02-AA19-069F1395B46D}" dt="2026-05-31T12:26:28.836" v="627" actId="1076"/>
          <ac:picMkLst>
            <pc:docMk/>
            <pc:sldMk cId="0" sldId="260"/>
            <ac:picMk id="20" creationId="{00000000-0000-0000-0000-000000000000}"/>
          </ac:picMkLst>
        </pc:picChg>
        <pc:picChg chg="mod">
          <ac:chgData name="p p" userId="c64e48de861ac08d" providerId="LiveId" clId="{423BC2B2-5BE1-4D02-AA19-069F1395B46D}" dt="2026-05-31T12:27:22.214" v="637" actId="1076"/>
          <ac:picMkLst>
            <pc:docMk/>
            <pc:sldMk cId="0" sldId="260"/>
            <ac:picMk id="25" creationId="{00000000-0000-0000-0000-000000000000}"/>
          </ac:picMkLst>
        </pc:picChg>
      </pc:sldChg>
      <pc:sldChg chg="delSp modSp mod">
        <pc:chgData name="p p" userId="c64e48de861ac08d" providerId="LiveId" clId="{423BC2B2-5BE1-4D02-AA19-069F1395B46D}" dt="2026-05-31T12:52:38.205" v="762" actId="20577"/>
        <pc:sldMkLst>
          <pc:docMk/>
          <pc:sldMk cId="0" sldId="261"/>
        </pc:sldMkLst>
        <pc:spChg chg="mod">
          <ac:chgData name="p p" userId="c64e48de861ac08d" providerId="LiveId" clId="{423BC2B2-5BE1-4D02-AA19-069F1395B46D}" dt="2026-05-31T12:52:38.205" v="762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p p" userId="c64e48de861ac08d" providerId="LiveId" clId="{423BC2B2-5BE1-4D02-AA19-069F1395B46D}" dt="2026-05-31T12:45:51.392" v="701" actId="1076"/>
          <ac:spMkLst>
            <pc:docMk/>
            <pc:sldMk cId="0" sldId="261"/>
            <ac:spMk id="6" creationId="{00000000-0000-0000-0000-000000000000}"/>
          </ac:spMkLst>
        </pc:spChg>
        <pc:spChg chg="del">
          <ac:chgData name="p p" userId="c64e48de861ac08d" providerId="LiveId" clId="{423BC2B2-5BE1-4D02-AA19-069F1395B46D}" dt="2026-05-31T12:29:23.369" v="656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p p" userId="c64e48de861ac08d" providerId="LiveId" clId="{423BC2B2-5BE1-4D02-AA19-069F1395B46D}" dt="2026-05-31T12:29:20.739" v="655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p p" userId="c64e48de861ac08d" providerId="LiveId" clId="{423BC2B2-5BE1-4D02-AA19-069F1395B46D}" dt="2026-05-31T12:29:18.254" v="654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2:29:15.698" v="653" actId="478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p p" userId="c64e48de861ac08d" providerId="LiveId" clId="{423BC2B2-5BE1-4D02-AA19-069F1395B46D}" dt="2026-05-31T12:44:34.736" v="687" actId="4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2:44:19.597" v="684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 p" userId="c64e48de861ac08d" providerId="LiveId" clId="{423BC2B2-5BE1-4D02-AA19-069F1395B46D}" dt="2026-05-31T12:29:37.877" v="65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 p" userId="c64e48de861ac08d" providerId="LiveId" clId="{423BC2B2-5BE1-4D02-AA19-069F1395B46D}" dt="2026-05-31T12:31:36.294" v="676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 p" userId="c64e48de861ac08d" providerId="LiveId" clId="{423BC2B2-5BE1-4D02-AA19-069F1395B46D}" dt="2026-05-31T12:44:31.617" v="686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 p" userId="c64e48de861ac08d" providerId="LiveId" clId="{423BC2B2-5BE1-4D02-AA19-069F1395B46D}" dt="2026-05-31T12:46:25.511" v="706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 p" userId="c64e48de861ac08d" providerId="LiveId" clId="{423BC2B2-5BE1-4D02-AA19-069F1395B46D}" dt="2026-05-31T12:44:47.629" v="689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 p" userId="c64e48de861ac08d" providerId="LiveId" clId="{423BC2B2-5BE1-4D02-AA19-069F1395B46D}" dt="2026-05-31T12:45:28.700" v="697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 p" userId="c64e48de861ac08d" providerId="LiveId" clId="{423BC2B2-5BE1-4D02-AA19-069F1395B46D}" dt="2026-05-31T12:45:42.599" v="700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 p" userId="c64e48de861ac08d" providerId="LiveId" clId="{423BC2B2-5BE1-4D02-AA19-069F1395B46D}" dt="2026-05-31T12:46:21.176" v="705" actId="1410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 p" userId="c64e48de861ac08d" providerId="LiveId" clId="{423BC2B2-5BE1-4D02-AA19-069F1395B46D}" dt="2026-05-31T12:46:30.544" v="707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 p" userId="c64e48de861ac08d" providerId="LiveId" clId="{423BC2B2-5BE1-4D02-AA19-069F1395B46D}" dt="2026-05-31T12:46:54.548" v="712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 p" userId="c64e48de861ac08d" providerId="LiveId" clId="{423BC2B2-5BE1-4D02-AA19-069F1395B46D}" dt="2026-05-31T12:47:04.525" v="713" actId="1076"/>
          <ac:spMkLst>
            <pc:docMk/>
            <pc:sldMk cId="0" sldId="261"/>
            <ac:spMk id="28" creationId="{00000000-0000-0000-0000-000000000000}"/>
          </ac:spMkLst>
        </pc:spChg>
        <pc:graphicFrameChg chg="mod">
          <ac:chgData name="p p" userId="c64e48de861ac08d" providerId="LiveId" clId="{423BC2B2-5BE1-4D02-AA19-069F1395B46D}" dt="2026-05-31T12:48:10.365" v="717" actId="1076"/>
          <ac:graphicFrameMkLst>
            <pc:docMk/>
            <pc:sldMk cId="0" sldId="261"/>
            <ac:graphicFrameMk id="12" creationId="{00000000-0000-0000-0000-000000000000}"/>
          </ac:graphicFrameMkLst>
        </pc:graphicFrameChg>
        <pc:graphicFrameChg chg="mod">
          <ac:chgData name="p p" userId="c64e48de861ac08d" providerId="LiveId" clId="{423BC2B2-5BE1-4D02-AA19-069F1395B46D}" dt="2026-05-31T12:49:27.893" v="726"/>
          <ac:graphicFrameMkLst>
            <pc:docMk/>
            <pc:sldMk cId="0" sldId="261"/>
            <ac:graphicFrameMk id="13" creationId="{00000000-0000-0000-0000-000000000000}"/>
          </ac:graphicFrameMkLst>
        </pc:graphicFrameChg>
        <pc:picChg chg="mod">
          <ac:chgData name="p p" userId="c64e48de861ac08d" providerId="LiveId" clId="{423BC2B2-5BE1-4D02-AA19-069F1395B46D}" dt="2026-05-31T12:29:30.883" v="658" actId="1076"/>
          <ac:picMkLst>
            <pc:docMk/>
            <pc:sldMk cId="0" sldId="261"/>
            <ac:picMk id="16" creationId="{00000000-0000-0000-0000-000000000000}"/>
          </ac:picMkLst>
        </pc:picChg>
        <pc:picChg chg="mod">
          <ac:chgData name="p p" userId="c64e48de861ac08d" providerId="LiveId" clId="{423BC2B2-5BE1-4D02-AA19-069F1395B46D}" dt="2026-05-31T12:45:00.819" v="691" actId="1076"/>
          <ac:picMkLst>
            <pc:docMk/>
            <pc:sldMk cId="0" sldId="261"/>
            <ac:picMk id="21" creationId="{00000000-0000-0000-0000-000000000000}"/>
          </ac:picMkLst>
        </pc:picChg>
        <pc:picChg chg="mod">
          <ac:chgData name="p p" userId="c64e48de861ac08d" providerId="LiveId" clId="{423BC2B2-5BE1-4D02-AA19-069F1395B46D}" dt="2026-05-31T12:46:32.928" v="708" actId="1076"/>
          <ac:picMkLst>
            <pc:docMk/>
            <pc:sldMk cId="0" sldId="261"/>
            <ac:picMk id="26" creationId="{00000000-0000-0000-0000-000000000000}"/>
          </ac:picMkLst>
        </pc:picChg>
      </pc:sldChg>
      <pc:sldChg chg="addSp delSp modSp mod">
        <pc:chgData name="p p" userId="c64e48de861ac08d" providerId="LiveId" clId="{423BC2B2-5BE1-4D02-AA19-069F1395B46D}" dt="2026-05-31T12:55:07.893" v="780" actId="1076"/>
        <pc:sldMkLst>
          <pc:docMk/>
          <pc:sldMk cId="0" sldId="262"/>
        </pc:sldMkLst>
        <pc:spChg chg="mod">
          <ac:chgData name="p p" userId="c64e48de861ac08d" providerId="LiveId" clId="{423BC2B2-5BE1-4D02-AA19-069F1395B46D}" dt="2026-05-31T12:52:10.057" v="754" actId="20577"/>
          <ac:spMkLst>
            <pc:docMk/>
            <pc:sldMk cId="0" sldId="262"/>
            <ac:spMk id="5" creationId="{00000000-0000-0000-0000-000000000000}"/>
          </ac:spMkLst>
        </pc:spChg>
        <pc:spChg chg="del">
          <ac:chgData name="p p" userId="c64e48de861ac08d" providerId="LiveId" clId="{423BC2B2-5BE1-4D02-AA19-069F1395B46D}" dt="2026-05-31T12:50:21.805" v="736" actId="478"/>
          <ac:spMkLst>
            <pc:docMk/>
            <pc:sldMk cId="0" sldId="262"/>
            <ac:spMk id="7" creationId="{00000000-0000-0000-0000-000000000000}"/>
          </ac:spMkLst>
        </pc:spChg>
        <pc:spChg chg="add del">
          <ac:chgData name="p p" userId="c64e48de861ac08d" providerId="LiveId" clId="{423BC2B2-5BE1-4D02-AA19-069F1395B46D}" dt="2026-05-31T12:51:04.049" v="741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p p" userId="c64e48de861ac08d" providerId="LiveId" clId="{423BC2B2-5BE1-4D02-AA19-069F1395B46D}" dt="2026-05-31T12:51:01.917" v="740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2:50:31.782" v="739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 p" userId="c64e48de861ac08d" providerId="LiveId" clId="{423BC2B2-5BE1-4D02-AA19-069F1395B46D}" dt="2026-05-31T12:50:17.466" v="735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2:51:08.416" v="742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p p" userId="c64e48de861ac08d" providerId="LiveId" clId="{423BC2B2-5BE1-4D02-AA19-069F1395B46D}" dt="2026-05-31T12:51:16.694" v="743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 p" userId="c64e48de861ac08d" providerId="LiveId" clId="{423BC2B2-5BE1-4D02-AA19-069F1395B46D}" dt="2026-05-31T12:51:35.300" v="745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 p" userId="c64e48de861ac08d" providerId="LiveId" clId="{423BC2B2-5BE1-4D02-AA19-069F1395B46D}" dt="2026-05-31T12:51:48.292" v="748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 p" userId="c64e48de861ac08d" providerId="LiveId" clId="{423BC2B2-5BE1-4D02-AA19-069F1395B46D}" dt="2026-05-31T12:52:47.650" v="763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 p" userId="c64e48de861ac08d" providerId="LiveId" clId="{423BC2B2-5BE1-4D02-AA19-069F1395B46D}" dt="2026-05-31T12:52:53.974" v="76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 p" userId="c64e48de861ac08d" providerId="LiveId" clId="{423BC2B2-5BE1-4D02-AA19-069F1395B46D}" dt="2026-05-31T12:53:05.870" v="767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 p" userId="c64e48de861ac08d" providerId="LiveId" clId="{423BC2B2-5BE1-4D02-AA19-069F1395B46D}" dt="2026-05-31T12:53:20.267" v="769" actId="1410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 p" userId="c64e48de861ac08d" providerId="LiveId" clId="{423BC2B2-5BE1-4D02-AA19-069F1395B46D}" dt="2026-05-31T12:54:40.299" v="776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 p" userId="c64e48de861ac08d" providerId="LiveId" clId="{423BC2B2-5BE1-4D02-AA19-069F1395B46D}" dt="2026-05-31T12:54:58.306" v="779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 p" userId="c64e48de861ac08d" providerId="LiveId" clId="{423BC2B2-5BE1-4D02-AA19-069F1395B46D}" dt="2026-05-31T12:54:48.047" v="777" actId="14100"/>
          <ac:spMkLst>
            <pc:docMk/>
            <pc:sldMk cId="0" sldId="262"/>
            <ac:spMk id="26" creationId="{00000000-0000-0000-0000-000000000000}"/>
          </ac:spMkLst>
        </pc:spChg>
        <pc:spChg chg="mod">
          <ac:chgData name="p p" userId="c64e48de861ac08d" providerId="LiveId" clId="{423BC2B2-5BE1-4D02-AA19-069F1395B46D}" dt="2026-05-31T12:55:07.893" v="780" actId="1076"/>
          <ac:spMkLst>
            <pc:docMk/>
            <pc:sldMk cId="0" sldId="262"/>
            <ac:spMk id="27" creationId="{00000000-0000-0000-0000-000000000000}"/>
          </ac:spMkLst>
        </pc:spChg>
        <pc:picChg chg="mod">
          <ac:chgData name="p p" userId="c64e48de861ac08d" providerId="LiveId" clId="{423BC2B2-5BE1-4D02-AA19-069F1395B46D}" dt="2026-05-31T12:51:20.305" v="744" actId="1076"/>
          <ac:picMkLst>
            <pc:docMk/>
            <pc:sldMk cId="0" sldId="262"/>
            <ac:picMk id="15" creationId="{00000000-0000-0000-0000-000000000000}"/>
          </ac:picMkLst>
        </pc:picChg>
        <pc:picChg chg="mod">
          <ac:chgData name="p p" userId="c64e48de861ac08d" providerId="LiveId" clId="{423BC2B2-5BE1-4D02-AA19-069F1395B46D}" dt="2026-05-31T12:52:57.425" v="766" actId="1076"/>
          <ac:picMkLst>
            <pc:docMk/>
            <pc:sldMk cId="0" sldId="262"/>
            <ac:picMk id="20" creationId="{00000000-0000-0000-0000-000000000000}"/>
          </ac:picMkLst>
        </pc:picChg>
        <pc:picChg chg="mod">
          <ac:chgData name="p p" userId="c64e48de861ac08d" providerId="LiveId" clId="{423BC2B2-5BE1-4D02-AA19-069F1395B46D}" dt="2026-05-31T12:54:54.656" v="778" actId="1076"/>
          <ac:picMkLst>
            <pc:docMk/>
            <pc:sldMk cId="0" sldId="262"/>
            <ac:picMk id="25" creationId="{00000000-0000-0000-0000-000000000000}"/>
          </ac:picMkLst>
        </pc:picChg>
      </pc:sldChg>
      <pc:sldChg chg="addSp delSp modSp mod">
        <pc:chgData name="p p" userId="c64e48de861ac08d" providerId="LiveId" clId="{423BC2B2-5BE1-4D02-AA19-069F1395B46D}" dt="2026-05-31T12:59:42.572" v="816" actId="20577"/>
        <pc:sldMkLst>
          <pc:docMk/>
          <pc:sldMk cId="0" sldId="263"/>
        </pc:sldMkLst>
        <pc:spChg chg="add del">
          <ac:chgData name="p p" userId="c64e48de861ac08d" providerId="LiveId" clId="{423BC2B2-5BE1-4D02-AA19-069F1395B46D}" dt="2026-05-31T12:56:56.095" v="782" actId="478"/>
          <ac:spMkLst>
            <pc:docMk/>
            <pc:sldMk cId="0" sldId="263"/>
            <ac:spMk id="2" creationId="{00000000-0000-0000-0000-000000000000}"/>
          </ac:spMkLst>
        </pc:spChg>
        <pc:spChg chg="add del">
          <ac:chgData name="p p" userId="c64e48de861ac08d" providerId="LiveId" clId="{423BC2B2-5BE1-4D02-AA19-069F1395B46D}" dt="2026-05-31T12:56:56.095" v="782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p p" userId="c64e48de861ac08d" providerId="LiveId" clId="{423BC2B2-5BE1-4D02-AA19-069F1395B46D}" dt="2026-05-31T12:59:42.572" v="816" actId="20577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8:26.291" v="801" actId="1076"/>
          <ac:spMkLst>
            <pc:docMk/>
            <pc:sldMk cId="0" sldId="263"/>
            <ac:spMk id="6" creationId="{00000000-0000-0000-0000-000000000000}"/>
          </ac:spMkLst>
        </pc:spChg>
        <pc:spChg chg="add del">
          <ac:chgData name="p p" userId="c64e48de861ac08d" providerId="LiveId" clId="{423BC2B2-5BE1-4D02-AA19-069F1395B46D}" dt="2026-05-31T12:57:07.598" v="786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p p" userId="c64e48de861ac08d" providerId="LiveId" clId="{423BC2B2-5BE1-4D02-AA19-069F1395B46D}" dt="2026-05-31T12:57:18.209" v="788" actId="478"/>
          <ac:spMkLst>
            <pc:docMk/>
            <pc:sldMk cId="0" sldId="263"/>
            <ac:spMk id="8" creationId="{00000000-0000-0000-0000-000000000000}"/>
          </ac:spMkLst>
        </pc:spChg>
        <pc:spChg chg="add del">
          <ac:chgData name="p p" userId="c64e48de861ac08d" providerId="LiveId" clId="{423BC2B2-5BE1-4D02-AA19-069F1395B46D}" dt="2026-05-31T12:57:19.775" v="789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2:57:09.876" v="787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 p" userId="c64e48de861ac08d" providerId="LiveId" clId="{423BC2B2-5BE1-4D02-AA19-069F1395B46D}" dt="2026-05-31T12:57:04.580" v="785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2:57:25.531" v="790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p p" userId="c64e48de861ac08d" providerId="LiveId" clId="{423BC2B2-5BE1-4D02-AA19-069F1395B46D}" dt="2026-05-31T12:57:34.913" v="791" actId="1076"/>
          <ac:spMkLst>
            <pc:docMk/>
            <pc:sldMk cId="0" sldId="263"/>
            <ac:spMk id="14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7:43.086" v="793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 p" userId="c64e48de861ac08d" providerId="LiveId" clId="{423BC2B2-5BE1-4D02-AA19-069F1395B46D}" dt="2026-05-31T12:58:02.114" v="796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p p" userId="c64e48de861ac08d" providerId="LiveId" clId="{423BC2B2-5BE1-4D02-AA19-069F1395B46D}" dt="2026-05-31T12:58:08.884" v="797" actId="1076"/>
          <ac:spMkLst>
            <pc:docMk/>
            <pc:sldMk cId="0" sldId="263"/>
            <ac:spMk id="18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8:17.387" v="798" actId="1076"/>
          <ac:spMkLst>
            <pc:docMk/>
            <pc:sldMk cId="0" sldId="263"/>
            <ac:spMk id="19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8:33.968" v="802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p p" userId="c64e48de861ac08d" providerId="LiveId" clId="{423BC2B2-5BE1-4D02-AA19-069F1395B46D}" dt="2026-05-31T12:58:44.343" v="803" actId="1076"/>
          <ac:spMkLst>
            <pc:docMk/>
            <pc:sldMk cId="0" sldId="263"/>
            <ac:spMk id="22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9:27.652" v="809" actId="1076"/>
          <ac:spMkLst>
            <pc:docMk/>
            <pc:sldMk cId="0" sldId="263"/>
            <ac:spMk id="23" creationId="{00000000-0000-0000-0000-000000000000}"/>
          </ac:spMkLst>
        </pc:spChg>
        <pc:spChg chg="add del mod">
          <ac:chgData name="p p" userId="c64e48de861ac08d" providerId="LiveId" clId="{423BC2B2-5BE1-4D02-AA19-069F1395B46D}" dt="2026-05-31T12:59:30.146" v="810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 p" userId="c64e48de861ac08d" providerId="LiveId" clId="{423BC2B2-5BE1-4D02-AA19-069F1395B46D}" dt="2026-05-31T12:59:12.163" v="807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 p" userId="c64e48de861ac08d" providerId="LiveId" clId="{423BC2B2-5BE1-4D02-AA19-069F1395B46D}" dt="2026-05-31T12:59:19.051" v="808" actId="1076"/>
          <ac:spMkLst>
            <pc:docMk/>
            <pc:sldMk cId="0" sldId="263"/>
            <ac:spMk id="27" creationId="{00000000-0000-0000-0000-000000000000}"/>
          </ac:spMkLst>
        </pc:spChg>
        <pc:picChg chg="mod">
          <ac:chgData name="p p" userId="c64e48de861ac08d" providerId="LiveId" clId="{423BC2B2-5BE1-4D02-AA19-069F1395B46D}" dt="2026-05-31T12:57:37.829" v="792" actId="1076"/>
          <ac:picMkLst>
            <pc:docMk/>
            <pc:sldMk cId="0" sldId="263"/>
            <ac:picMk id="15" creationId="{00000000-0000-0000-0000-000000000000}"/>
          </ac:picMkLst>
        </pc:picChg>
        <pc:picChg chg="mod">
          <ac:chgData name="p p" userId="c64e48de861ac08d" providerId="LiveId" clId="{423BC2B2-5BE1-4D02-AA19-069F1395B46D}" dt="2026-05-31T12:58:20.668" v="799" actId="1076"/>
          <ac:picMkLst>
            <pc:docMk/>
            <pc:sldMk cId="0" sldId="263"/>
            <ac:picMk id="20" creationId="{00000000-0000-0000-0000-000000000000}"/>
          </ac:picMkLst>
        </pc:picChg>
        <pc:picChg chg="mod">
          <ac:chgData name="p p" userId="c64e48de861ac08d" providerId="LiveId" clId="{423BC2B2-5BE1-4D02-AA19-069F1395B46D}" dt="2026-05-31T12:59:04.877" v="806" actId="1076"/>
          <ac:picMkLst>
            <pc:docMk/>
            <pc:sldMk cId="0" sldId="263"/>
            <ac:picMk id="25" creationId="{00000000-0000-0000-0000-000000000000}"/>
          </ac:picMkLst>
        </pc:picChg>
      </pc:sldChg>
      <pc:sldChg chg="delSp modSp mod">
        <pc:chgData name="p p" userId="c64e48de861ac08d" providerId="LiveId" clId="{423BC2B2-5BE1-4D02-AA19-069F1395B46D}" dt="2026-05-31T13:03:12.160" v="854" actId="14100"/>
        <pc:sldMkLst>
          <pc:docMk/>
          <pc:sldMk cId="0" sldId="264"/>
        </pc:sldMkLst>
        <pc:spChg chg="del">
          <ac:chgData name="p p" userId="c64e48de861ac08d" providerId="LiveId" clId="{423BC2B2-5BE1-4D02-AA19-069F1395B46D}" dt="2026-05-31T13:00:13.270" v="818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p p" userId="c64e48de861ac08d" providerId="LiveId" clId="{423BC2B2-5BE1-4D02-AA19-069F1395B46D}" dt="2026-05-31T13:00:17.888" v="820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p p" userId="c64e48de861ac08d" providerId="LiveId" clId="{423BC2B2-5BE1-4D02-AA19-069F1395B46D}" dt="2026-05-31T13:00:15.683" v="819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3:00:19.978" v="821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 p" userId="c64e48de861ac08d" providerId="LiveId" clId="{423BC2B2-5BE1-4D02-AA19-069F1395B46D}" dt="2026-05-31T13:00:09.389" v="817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3:01:04.963" v="827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p p" userId="c64e48de861ac08d" providerId="LiveId" clId="{423BC2B2-5BE1-4D02-AA19-069F1395B46D}" dt="2026-05-31T13:00:39.823" v="824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p p" userId="c64e48de861ac08d" providerId="LiveId" clId="{423BC2B2-5BE1-4D02-AA19-069F1395B46D}" dt="2026-05-31T13:00:58.419" v="82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p p" userId="c64e48de861ac08d" providerId="LiveId" clId="{423BC2B2-5BE1-4D02-AA19-069F1395B46D}" dt="2026-05-31T13:01:24.712" v="834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 p" userId="c64e48de861ac08d" providerId="LiveId" clId="{423BC2B2-5BE1-4D02-AA19-069F1395B46D}" dt="2026-05-31T13:01:36.151" v="836" actId="1410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p p" userId="c64e48de861ac08d" providerId="LiveId" clId="{423BC2B2-5BE1-4D02-AA19-069F1395B46D}" dt="2026-05-31T13:01:48.311" v="838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 p" userId="c64e48de861ac08d" providerId="LiveId" clId="{423BC2B2-5BE1-4D02-AA19-069F1395B46D}" dt="2026-05-31T13:02:04.461" v="841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p p" userId="c64e48de861ac08d" providerId="LiveId" clId="{423BC2B2-5BE1-4D02-AA19-069F1395B46D}" dt="2026-05-31T13:02:13.718" v="842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p p" userId="c64e48de861ac08d" providerId="LiveId" clId="{423BC2B2-5BE1-4D02-AA19-069F1395B46D}" dt="2026-05-31T13:02:25.464" v="845" actId="14100"/>
          <ac:spMkLst>
            <pc:docMk/>
            <pc:sldMk cId="0" sldId="264"/>
            <ac:spMk id="24" creationId="{00000000-0000-0000-0000-000000000000}"/>
          </ac:spMkLst>
        </pc:spChg>
        <pc:spChg chg="mod">
          <ac:chgData name="p p" userId="c64e48de861ac08d" providerId="LiveId" clId="{423BC2B2-5BE1-4D02-AA19-069F1395B46D}" dt="2026-05-31T13:02:35.015" v="847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p p" userId="c64e48de861ac08d" providerId="LiveId" clId="{423BC2B2-5BE1-4D02-AA19-069F1395B46D}" dt="2026-05-31T13:02:42.316" v="848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p p" userId="c64e48de861ac08d" providerId="LiveId" clId="{423BC2B2-5BE1-4D02-AA19-069F1395B46D}" dt="2026-05-31T13:02:49.963" v="849" actId="1076"/>
          <ac:spMkLst>
            <pc:docMk/>
            <pc:sldMk cId="0" sldId="264"/>
            <ac:spMk id="28" creationId="{00000000-0000-0000-0000-000000000000}"/>
          </ac:spMkLst>
        </pc:spChg>
        <pc:graphicFrameChg chg="mod">
          <ac:chgData name="p p" userId="c64e48de861ac08d" providerId="LiveId" clId="{423BC2B2-5BE1-4D02-AA19-069F1395B46D}" dt="2026-05-31T13:03:03.508" v="852" actId="14100"/>
          <ac:graphicFrameMkLst>
            <pc:docMk/>
            <pc:sldMk cId="0" sldId="264"/>
            <ac:graphicFrameMk id="12" creationId="{00000000-0000-0000-0000-000000000000}"/>
          </ac:graphicFrameMkLst>
        </pc:graphicFrameChg>
        <pc:graphicFrameChg chg="mod">
          <ac:chgData name="p p" userId="c64e48de861ac08d" providerId="LiveId" clId="{423BC2B2-5BE1-4D02-AA19-069F1395B46D}" dt="2026-05-31T13:03:12.160" v="854" actId="14100"/>
          <ac:graphicFrameMkLst>
            <pc:docMk/>
            <pc:sldMk cId="0" sldId="264"/>
            <ac:graphicFrameMk id="13" creationId="{00000000-0000-0000-0000-000000000000}"/>
          </ac:graphicFrameMkLst>
        </pc:graphicFrameChg>
        <pc:picChg chg="mod">
          <ac:chgData name="p p" userId="c64e48de861ac08d" providerId="LiveId" clId="{423BC2B2-5BE1-4D02-AA19-069F1395B46D}" dt="2026-05-31T13:01:56.520" v="840" actId="1076"/>
          <ac:picMkLst>
            <pc:docMk/>
            <pc:sldMk cId="0" sldId="264"/>
            <ac:picMk id="16" creationId="{00000000-0000-0000-0000-000000000000}"/>
          </ac:picMkLst>
        </pc:picChg>
        <pc:picChg chg="mod">
          <ac:chgData name="p p" userId="c64e48de861ac08d" providerId="LiveId" clId="{423BC2B2-5BE1-4D02-AA19-069F1395B46D}" dt="2026-05-31T13:01:54.292" v="839" actId="1076"/>
          <ac:picMkLst>
            <pc:docMk/>
            <pc:sldMk cId="0" sldId="264"/>
            <ac:picMk id="21" creationId="{00000000-0000-0000-0000-000000000000}"/>
          </ac:picMkLst>
        </pc:picChg>
        <pc:picChg chg="mod">
          <ac:chgData name="p p" userId="c64e48de861ac08d" providerId="LiveId" clId="{423BC2B2-5BE1-4D02-AA19-069F1395B46D}" dt="2026-05-31T13:02:29.591" v="846" actId="1076"/>
          <ac:picMkLst>
            <pc:docMk/>
            <pc:sldMk cId="0" sldId="264"/>
            <ac:picMk id="26" creationId="{00000000-0000-0000-0000-000000000000}"/>
          </ac:picMkLst>
        </pc:picChg>
      </pc:sldChg>
      <pc:sldChg chg="delSp modSp mod">
        <pc:chgData name="p p" userId="c64e48de861ac08d" providerId="LiveId" clId="{423BC2B2-5BE1-4D02-AA19-069F1395B46D}" dt="2026-05-31T13:07:19.556" v="885" actId="1076"/>
        <pc:sldMkLst>
          <pc:docMk/>
          <pc:sldMk cId="0" sldId="265"/>
        </pc:sldMkLst>
        <pc:spChg chg="del">
          <ac:chgData name="p p" userId="c64e48de861ac08d" providerId="LiveId" clId="{423BC2B2-5BE1-4D02-AA19-069F1395B46D}" dt="2026-05-31T13:03:53.356" v="856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p p" userId="c64e48de861ac08d" providerId="LiveId" clId="{423BC2B2-5BE1-4D02-AA19-069F1395B46D}" dt="2026-05-31T13:03:56.528" v="85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p p" userId="c64e48de861ac08d" providerId="LiveId" clId="{423BC2B2-5BE1-4D02-AA19-069F1395B46D}" dt="2026-05-31T13:03:58.652" v="858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p p" userId="c64e48de861ac08d" providerId="LiveId" clId="{423BC2B2-5BE1-4D02-AA19-069F1395B46D}" dt="2026-05-31T13:04:00.542" v="859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p p" userId="c64e48de861ac08d" providerId="LiveId" clId="{423BC2B2-5BE1-4D02-AA19-069F1395B46D}" dt="2026-05-31T13:04:34.688" v="863" actId="47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 p" userId="c64e48de861ac08d" providerId="LiveId" clId="{423BC2B2-5BE1-4D02-AA19-069F1395B46D}" dt="2026-05-31T13:04:18.594" v="860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 p" userId="c64e48de861ac08d" providerId="LiveId" clId="{423BC2B2-5BE1-4D02-AA19-069F1395B46D}" dt="2026-05-31T13:05:28.385" v="872" actId="255"/>
          <ac:spMkLst>
            <pc:docMk/>
            <pc:sldMk cId="0" sldId="265"/>
            <ac:spMk id="56" creationId="{00000000-0000-0000-0000-000000000000}"/>
          </ac:spMkLst>
        </pc:spChg>
        <pc:spChg chg="mod">
          <ac:chgData name="p p" userId="c64e48de861ac08d" providerId="LiveId" clId="{423BC2B2-5BE1-4D02-AA19-069F1395B46D}" dt="2026-05-31T13:05:32.492" v="873" actId="255"/>
          <ac:spMkLst>
            <pc:docMk/>
            <pc:sldMk cId="0" sldId="265"/>
            <ac:spMk id="58" creationId="{00000000-0000-0000-0000-000000000000}"/>
          </ac:spMkLst>
        </pc:spChg>
        <pc:spChg chg="mod">
          <ac:chgData name="p p" userId="c64e48de861ac08d" providerId="LiveId" clId="{423BC2B2-5BE1-4D02-AA19-069F1395B46D}" dt="2026-05-31T13:06:56.977" v="882" actId="1076"/>
          <ac:spMkLst>
            <pc:docMk/>
            <pc:sldMk cId="0" sldId="265"/>
            <ac:spMk id="60" creationId="{00000000-0000-0000-0000-000000000000}"/>
          </ac:spMkLst>
        </pc:spChg>
        <pc:spChg chg="mod">
          <ac:chgData name="p p" userId="c64e48de861ac08d" providerId="LiveId" clId="{423BC2B2-5BE1-4D02-AA19-069F1395B46D}" dt="2026-05-31T13:07:01.357" v="883" actId="1076"/>
          <ac:spMkLst>
            <pc:docMk/>
            <pc:sldMk cId="0" sldId="265"/>
            <ac:spMk id="62" creationId="{00000000-0000-0000-0000-000000000000}"/>
          </ac:spMkLst>
        </pc:spChg>
        <pc:picChg chg="mod">
          <ac:chgData name="p p" userId="c64e48de861ac08d" providerId="LiveId" clId="{423BC2B2-5BE1-4D02-AA19-069F1395B46D}" dt="2026-05-31T13:07:19.556" v="885" actId="1076"/>
          <ac:picMkLst>
            <pc:docMk/>
            <pc:sldMk cId="0" sldId="265"/>
            <ac:picMk id="55" creationId="{00000000-0000-0000-0000-000000000000}"/>
          </ac:picMkLst>
        </pc:picChg>
        <pc:picChg chg="mod">
          <ac:chgData name="p p" userId="c64e48de861ac08d" providerId="LiveId" clId="{423BC2B2-5BE1-4D02-AA19-069F1395B46D}" dt="2026-05-31T13:07:12.413" v="884" actId="1076"/>
          <ac:picMkLst>
            <pc:docMk/>
            <pc:sldMk cId="0" sldId="265"/>
            <ac:picMk id="57" creationId="{00000000-0000-0000-0000-000000000000}"/>
          </ac:picMkLst>
        </pc:picChg>
        <pc:picChg chg="mod">
          <ac:chgData name="p p" userId="c64e48de861ac08d" providerId="LiveId" clId="{423BC2B2-5BE1-4D02-AA19-069F1395B46D}" dt="2026-05-31T13:06:36.478" v="880" actId="1076"/>
          <ac:picMkLst>
            <pc:docMk/>
            <pc:sldMk cId="0" sldId="265"/>
            <ac:picMk id="59" creationId="{00000000-0000-0000-0000-000000000000}"/>
          </ac:picMkLst>
        </pc:picChg>
        <pc:picChg chg="mod">
          <ac:chgData name="p p" userId="c64e48de861ac08d" providerId="LiveId" clId="{423BC2B2-5BE1-4D02-AA19-069F1395B46D}" dt="2026-05-31T13:06:50.193" v="881" actId="1076"/>
          <ac:picMkLst>
            <pc:docMk/>
            <pc:sldMk cId="0" sldId="265"/>
            <ac:picMk id="61" creationId="{00000000-0000-0000-0000-000000000000}"/>
          </ac:picMkLst>
        </pc:picChg>
      </pc:sldChg>
      <pc:sldChg chg="modSp mod">
        <pc:chgData name="p p" userId="c64e48de861ac08d" providerId="LiveId" clId="{423BC2B2-5BE1-4D02-AA19-069F1395B46D}" dt="2026-05-31T13:08:39.335" v="897" actId="20577"/>
        <pc:sldMkLst>
          <pc:docMk/>
          <pc:sldMk cId="0" sldId="266"/>
        </pc:sldMkLst>
        <pc:spChg chg="mod">
          <ac:chgData name="p p" userId="c64e48de861ac08d" providerId="LiveId" clId="{423BC2B2-5BE1-4D02-AA19-069F1395B46D}" dt="2026-05-31T13:08:18.748" v="891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p p" userId="c64e48de861ac08d" providerId="LiveId" clId="{423BC2B2-5BE1-4D02-AA19-069F1395B46D}" dt="2026-05-31T13:08:39.335" v="897" actId="20577"/>
          <ac:spMkLst>
            <pc:docMk/>
            <pc:sldMk cId="0" sldId="266"/>
            <ac:spMk id="34" creationId="{00000000-0000-0000-0000-000000000000}"/>
          </ac:spMkLst>
        </pc:spChg>
      </pc:sldChg>
      <pc:sldChg chg="addSp modSp mod">
        <pc:chgData name="p p" userId="c64e48de861ac08d" providerId="LiveId" clId="{423BC2B2-5BE1-4D02-AA19-069F1395B46D}" dt="2026-05-31T13:19:11.731" v="977" actId="6549"/>
        <pc:sldMkLst>
          <pc:docMk/>
          <pc:sldMk cId="0" sldId="267"/>
        </pc:sldMkLst>
        <pc:spChg chg="mod">
          <ac:chgData name="p p" userId="c64e48de861ac08d" providerId="LiveId" clId="{423BC2B2-5BE1-4D02-AA19-069F1395B46D}" dt="2026-05-31T13:09:05.311" v="898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p p" userId="c64e48de861ac08d" providerId="LiveId" clId="{423BC2B2-5BE1-4D02-AA19-069F1395B46D}" dt="2026-05-31T13:09:08.943" v="899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p p" userId="c64e48de861ac08d" providerId="LiveId" clId="{423BC2B2-5BE1-4D02-AA19-069F1395B46D}" dt="2026-05-31T13:09:14.848" v="900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 p" userId="c64e48de861ac08d" providerId="LiveId" clId="{423BC2B2-5BE1-4D02-AA19-069F1395B46D}" dt="2026-05-31T13:13:31.515" v="937" actId="1076"/>
          <ac:spMkLst>
            <pc:docMk/>
            <pc:sldMk cId="0" sldId="267"/>
            <ac:spMk id="39" creationId="{00000000-0000-0000-0000-000000000000}"/>
          </ac:spMkLst>
        </pc:spChg>
        <pc:spChg chg="mod">
          <ac:chgData name="p p" userId="c64e48de861ac08d" providerId="LiveId" clId="{423BC2B2-5BE1-4D02-AA19-069F1395B46D}" dt="2026-05-31T13:09:33.913" v="904" actId="14100"/>
          <ac:spMkLst>
            <pc:docMk/>
            <pc:sldMk cId="0" sldId="267"/>
            <ac:spMk id="44" creationId="{00000000-0000-0000-0000-000000000000}"/>
          </ac:spMkLst>
        </pc:spChg>
        <pc:spChg chg="mod">
          <ac:chgData name="p p" userId="c64e48de861ac08d" providerId="LiveId" clId="{423BC2B2-5BE1-4D02-AA19-069F1395B46D}" dt="2026-05-31T13:19:11.731" v="977" actId="6549"/>
          <ac:spMkLst>
            <pc:docMk/>
            <pc:sldMk cId="0" sldId="267"/>
            <ac:spMk id="45" creationId="{00000000-0000-0000-0000-000000000000}"/>
          </ac:spMkLst>
        </pc:spChg>
        <pc:spChg chg="mod">
          <ac:chgData name="p p" userId="c64e48de861ac08d" providerId="LiveId" clId="{423BC2B2-5BE1-4D02-AA19-069F1395B46D}" dt="2026-05-31T13:09:43.436" v="905" actId="1076"/>
          <ac:spMkLst>
            <pc:docMk/>
            <pc:sldMk cId="0" sldId="267"/>
            <ac:spMk id="46" creationId="{00000000-0000-0000-0000-000000000000}"/>
          </ac:spMkLst>
        </pc:spChg>
        <pc:spChg chg="mod">
          <ac:chgData name="p p" userId="c64e48de861ac08d" providerId="LiveId" clId="{423BC2B2-5BE1-4D02-AA19-069F1395B46D}" dt="2026-05-31T13:09:59.530" v="906" actId="1076"/>
          <ac:spMkLst>
            <pc:docMk/>
            <pc:sldMk cId="0" sldId="267"/>
            <ac:spMk id="47" creationId="{00000000-0000-0000-0000-000000000000}"/>
          </ac:spMkLst>
        </pc:spChg>
        <pc:spChg chg="mod">
          <ac:chgData name="p p" userId="c64e48de861ac08d" providerId="LiveId" clId="{423BC2B2-5BE1-4D02-AA19-069F1395B46D}" dt="2026-05-31T13:14:45.821" v="947" actId="1076"/>
          <ac:spMkLst>
            <pc:docMk/>
            <pc:sldMk cId="0" sldId="267"/>
            <ac:spMk id="48" creationId="{00000000-0000-0000-0000-000000000000}"/>
          </ac:spMkLst>
        </pc:spChg>
        <pc:spChg chg="mod">
          <ac:chgData name="p p" userId="c64e48de861ac08d" providerId="LiveId" clId="{423BC2B2-5BE1-4D02-AA19-069F1395B46D}" dt="2026-05-31T13:12:22.600" v="928" actId="1076"/>
          <ac:spMkLst>
            <pc:docMk/>
            <pc:sldMk cId="0" sldId="267"/>
            <ac:spMk id="49" creationId="{00000000-0000-0000-0000-000000000000}"/>
          </ac:spMkLst>
        </pc:spChg>
        <pc:spChg chg="mod">
          <ac:chgData name="p p" userId="c64e48de861ac08d" providerId="LiveId" clId="{423BC2B2-5BE1-4D02-AA19-069F1395B46D}" dt="2026-05-31T13:10:12.196" v="908" actId="1076"/>
          <ac:spMkLst>
            <pc:docMk/>
            <pc:sldMk cId="0" sldId="267"/>
            <ac:spMk id="50" creationId="{00000000-0000-0000-0000-000000000000}"/>
          </ac:spMkLst>
        </pc:spChg>
        <pc:spChg chg="mod">
          <ac:chgData name="p p" userId="c64e48de861ac08d" providerId="LiveId" clId="{423BC2B2-5BE1-4D02-AA19-069F1395B46D}" dt="2026-05-31T13:12:29.378" v="929" actId="1076"/>
          <ac:spMkLst>
            <pc:docMk/>
            <pc:sldMk cId="0" sldId="267"/>
            <ac:spMk id="51" creationId="{00000000-0000-0000-0000-000000000000}"/>
          </ac:spMkLst>
        </pc:spChg>
        <pc:spChg chg="mod">
          <ac:chgData name="p p" userId="c64e48de861ac08d" providerId="LiveId" clId="{423BC2B2-5BE1-4D02-AA19-069F1395B46D}" dt="2026-05-31T13:11:11.821" v="917" actId="1076"/>
          <ac:spMkLst>
            <pc:docMk/>
            <pc:sldMk cId="0" sldId="267"/>
            <ac:spMk id="52" creationId="{00000000-0000-0000-0000-000000000000}"/>
          </ac:spMkLst>
        </pc:spChg>
        <pc:spChg chg="mod">
          <ac:chgData name="p p" userId="c64e48de861ac08d" providerId="LiveId" clId="{423BC2B2-5BE1-4D02-AA19-069F1395B46D}" dt="2026-05-31T13:12:37.204" v="930" actId="1076"/>
          <ac:spMkLst>
            <pc:docMk/>
            <pc:sldMk cId="0" sldId="267"/>
            <ac:spMk id="53" creationId="{00000000-0000-0000-0000-000000000000}"/>
          </ac:spMkLst>
        </pc:spChg>
        <pc:spChg chg="mod">
          <ac:chgData name="p p" userId="c64e48de861ac08d" providerId="LiveId" clId="{423BC2B2-5BE1-4D02-AA19-069F1395B46D}" dt="2026-05-31T13:11:17.439" v="918" actId="1076"/>
          <ac:spMkLst>
            <pc:docMk/>
            <pc:sldMk cId="0" sldId="267"/>
            <ac:spMk id="54" creationId="{00000000-0000-0000-0000-000000000000}"/>
          </ac:spMkLst>
        </pc:spChg>
        <pc:spChg chg="mod">
          <ac:chgData name="p p" userId="c64e48de861ac08d" providerId="LiveId" clId="{423BC2B2-5BE1-4D02-AA19-069F1395B46D}" dt="2026-05-31T13:12:46.965" v="931" actId="1076"/>
          <ac:spMkLst>
            <pc:docMk/>
            <pc:sldMk cId="0" sldId="267"/>
            <ac:spMk id="55" creationId="{00000000-0000-0000-0000-000000000000}"/>
          </ac:spMkLst>
        </pc:spChg>
        <pc:spChg chg="mod">
          <ac:chgData name="p p" userId="c64e48de861ac08d" providerId="LiveId" clId="{423BC2B2-5BE1-4D02-AA19-069F1395B46D}" dt="2026-05-31T13:12:09.498" v="926" actId="1076"/>
          <ac:spMkLst>
            <pc:docMk/>
            <pc:sldMk cId="0" sldId="267"/>
            <ac:spMk id="56" creationId="{00000000-0000-0000-0000-000000000000}"/>
          </ac:spMkLst>
        </pc:spChg>
        <pc:spChg chg="mod">
          <ac:chgData name="p p" userId="c64e48de861ac08d" providerId="LiveId" clId="{423BC2B2-5BE1-4D02-AA19-069F1395B46D}" dt="2026-05-31T13:13:41.917" v="942" actId="1076"/>
          <ac:spMkLst>
            <pc:docMk/>
            <pc:sldMk cId="0" sldId="267"/>
            <ac:spMk id="57" creationId="{00000000-0000-0000-0000-000000000000}"/>
          </ac:spMkLst>
        </pc:spChg>
        <pc:spChg chg="mod">
          <ac:chgData name="p p" userId="c64e48de861ac08d" providerId="LiveId" clId="{423BC2B2-5BE1-4D02-AA19-069F1395B46D}" dt="2026-05-31T13:11:44.756" v="923" actId="1076"/>
          <ac:spMkLst>
            <pc:docMk/>
            <pc:sldMk cId="0" sldId="267"/>
            <ac:spMk id="58" creationId="{00000000-0000-0000-0000-000000000000}"/>
          </ac:spMkLst>
        </pc:spChg>
        <pc:spChg chg="mod">
          <ac:chgData name="p p" userId="c64e48de861ac08d" providerId="LiveId" clId="{423BC2B2-5BE1-4D02-AA19-069F1395B46D}" dt="2026-05-31T13:15:00.889" v="948" actId="1076"/>
          <ac:spMkLst>
            <pc:docMk/>
            <pc:sldMk cId="0" sldId="267"/>
            <ac:spMk id="59" creationId="{00000000-0000-0000-0000-000000000000}"/>
          </ac:spMkLst>
        </pc:spChg>
        <pc:spChg chg="mod">
          <ac:chgData name="p p" userId="c64e48de861ac08d" providerId="LiveId" clId="{423BC2B2-5BE1-4D02-AA19-069F1395B46D}" dt="2026-05-31T13:14:12.004" v="946" actId="1076"/>
          <ac:spMkLst>
            <pc:docMk/>
            <pc:sldMk cId="0" sldId="267"/>
            <ac:spMk id="60" creationId="{00000000-0000-0000-0000-000000000000}"/>
          </ac:spMkLst>
        </pc:spChg>
        <pc:spChg chg="mod">
          <ac:chgData name="p p" userId="c64e48de861ac08d" providerId="LiveId" clId="{423BC2B2-5BE1-4D02-AA19-069F1395B46D}" dt="2026-05-31T13:11:51.180" v="924" actId="1076"/>
          <ac:spMkLst>
            <pc:docMk/>
            <pc:sldMk cId="0" sldId="267"/>
            <ac:spMk id="61" creationId="{00000000-0000-0000-0000-000000000000}"/>
          </ac:spMkLst>
        </pc:spChg>
        <pc:spChg chg="mod">
          <ac:chgData name="p p" userId="c64e48de861ac08d" providerId="LiveId" clId="{423BC2B2-5BE1-4D02-AA19-069F1395B46D}" dt="2026-05-31T13:15:06.576" v="949" actId="1076"/>
          <ac:spMkLst>
            <pc:docMk/>
            <pc:sldMk cId="0" sldId="267"/>
            <ac:spMk id="62" creationId="{00000000-0000-0000-0000-000000000000}"/>
          </ac:spMkLst>
        </pc:spChg>
        <pc:spChg chg="mod">
          <ac:chgData name="p p" userId="c64e48de861ac08d" providerId="LiveId" clId="{423BC2B2-5BE1-4D02-AA19-069F1395B46D}" dt="2026-05-31T13:13:56.681" v="944" actId="1076"/>
          <ac:spMkLst>
            <pc:docMk/>
            <pc:sldMk cId="0" sldId="267"/>
            <ac:spMk id="63" creationId="{00000000-0000-0000-0000-000000000000}"/>
          </ac:spMkLst>
        </pc:spChg>
        <pc:spChg chg="add mod">
          <ac:chgData name="p p" userId="c64e48de861ac08d" providerId="LiveId" clId="{423BC2B2-5BE1-4D02-AA19-069F1395B46D}" dt="2026-05-31T13:17:10.732" v="975" actId="113"/>
          <ac:spMkLst>
            <pc:docMk/>
            <pc:sldMk cId="0" sldId="267"/>
            <ac:spMk id="64" creationId="{613FA22F-2F48-020B-347F-AB23FE4E84E5}"/>
          </ac:spMkLst>
        </pc:spChg>
      </pc:sldChg>
      <pc:sldChg chg="modSp mod">
        <pc:chgData name="p p" userId="c64e48de861ac08d" providerId="LiveId" clId="{423BC2B2-5BE1-4D02-AA19-069F1395B46D}" dt="2026-05-31T13:59:06.198" v="1005" actId="1076"/>
        <pc:sldMkLst>
          <pc:docMk/>
          <pc:sldMk cId="0" sldId="268"/>
        </pc:sldMkLst>
        <pc:spChg chg="mod">
          <ac:chgData name="p p" userId="c64e48de861ac08d" providerId="LiveId" clId="{423BC2B2-5BE1-4D02-AA19-069F1395B46D}" dt="2026-05-31T13:59:06.198" v="1005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p p" userId="c64e48de861ac08d" providerId="LiveId" clId="{423BC2B2-5BE1-4D02-AA19-069F1395B46D}" dt="2026-05-31T13:58:38.031" v="99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p p" userId="c64e48de861ac08d" providerId="LiveId" clId="{423BC2B2-5BE1-4D02-AA19-069F1395B46D}" dt="2026-05-31T13:58:57.252" v="1004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p p" userId="c64e48de861ac08d" providerId="LiveId" clId="{423BC2B2-5BE1-4D02-AA19-069F1395B46D}" dt="2026-05-31T13:58:16.099" v="985" actId="20577"/>
          <ac:spMkLst>
            <pc:docMk/>
            <pc:sldMk cId="0" sldId="268"/>
            <ac:spMk id="1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5222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B5222F"/>
                </a:solidFill>
                <a:latin typeface="Arial"/>
              </a:rPr>
              <a:t>Rating Distribution (Simulated)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77-49A8-9AB0-41C7547EF86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177-49A8-9AB0-41C7547EF86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177-49A8-9AB0-41C7547EF86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177-49A8-9AB0-41C7547EF86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177-49A8-9AB0-41C7547EF86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177-49A8-9AB0-41C7547EF8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&lt;2.5</c:v>
                </c:pt>
                <c:pt idx="1">
                  <c:v>2.5-3.0</c:v>
                </c:pt>
                <c:pt idx="2">
                  <c:v>3.0-3.5</c:v>
                </c:pt>
                <c:pt idx="3">
                  <c:v>3.5-4.0</c:v>
                </c:pt>
                <c:pt idx="4">
                  <c:v>4.0-4.5</c:v>
                </c:pt>
                <c:pt idx="5">
                  <c:v>4.5-5.0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450</c:v>
                </c:pt>
                <c:pt idx="1">
                  <c:v>1820</c:v>
                </c:pt>
                <c:pt idx="2">
                  <c:v>7200</c:v>
                </c:pt>
                <c:pt idx="3">
                  <c:v>18500</c:v>
                </c:pt>
                <c:pt idx="4">
                  <c:v>16300</c:v>
                </c:pt>
                <c:pt idx="5">
                  <c:v>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177-49A8-9AB0-41C7547EF8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IN"/>
              <a:t>Online Order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Order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3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A0-44A0-899F-66716F106C95}"/>
              </c:ext>
            </c:extLst>
          </c:dPt>
          <c:dPt>
            <c:idx val="1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A0-44A0-899F-66716F106C9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A0-44A0-899F-66716F106C9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A0-44A0-899F-66716F106C9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 — Accepts Orders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A0-44A0-899F-66716F106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IN"/>
              <a:t>Table Booking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Table Booking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22-4E18-B38B-48A0A694F198}"/>
              </c:ext>
            </c:extLst>
          </c:dPt>
          <c:dPt>
            <c:idx val="1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22-4E18-B38B-48A0A694F19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22-4E18-B38B-48A0A694F198}"/>
                </c:ext>
              </c:extLst>
            </c:dLbl>
            <c:dLbl>
              <c:idx val="1"/>
              <c:layout>
                <c:manualLayout>
                  <c:x val="-1.3227136501554326E-2"/>
                  <c:y val="2.9079177602799652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22-4E18-B38B-48A0A694F19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Booking</c:v>
                </c:pt>
                <c:pt idx="1">
                  <c:v>Yes — Bookable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22-4E18-B38B-48A0A694F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94-45E4-A2C2-BA614DF0E78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94-45E4-A2C2-BA614DF0E781}"/>
              </c:ext>
            </c:extLst>
          </c:dPt>
          <c:dPt>
            <c:idx val="2"/>
            <c:invertIfNegative val="0"/>
            <c:bubble3D val="0"/>
            <c:spPr>
              <a:solidFill>
                <a:srgbClr val="B522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94-45E4-A2C2-BA614DF0E781}"/>
              </c:ext>
            </c:extLst>
          </c:dPt>
          <c:dPt>
            <c:idx val="3"/>
            <c:invertIfNegative val="0"/>
            <c:bubble3D val="0"/>
            <c:spPr>
              <a:solidFill>
                <a:srgbClr val="B522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94-45E4-A2C2-BA614DF0E781}"/>
              </c:ext>
            </c:extLst>
          </c:dPt>
          <c:dPt>
            <c:idx val="4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94-45E4-A2C2-BA614DF0E781}"/>
              </c:ext>
            </c:extLst>
          </c:dPt>
          <c:dPt>
            <c:idx val="5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94-45E4-A2C2-BA614DF0E781}"/>
              </c:ext>
            </c:extLst>
          </c:dPt>
          <c:dPt>
            <c:idx val="6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294-45E4-A2C2-BA614DF0E781}"/>
              </c:ext>
            </c:extLst>
          </c:dPt>
          <c:dPt>
            <c:idx val="7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294-45E4-A2C2-BA614DF0E781}"/>
              </c:ext>
            </c:extLst>
          </c:dPt>
          <c:dPt>
            <c:idx val="8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294-45E4-A2C2-BA614DF0E781}"/>
              </c:ext>
            </c:extLst>
          </c:dPt>
          <c:dPt>
            <c:idx val="9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294-45E4-A2C2-BA614DF0E7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Koramangala 5th Blk</c:v>
                </c:pt>
                <c:pt idx="1">
                  <c:v>BTM</c:v>
                </c:pt>
                <c:pt idx="2">
                  <c:v>Whitefield</c:v>
                </c:pt>
                <c:pt idx="3">
                  <c:v>Indiranagar</c:v>
                </c:pt>
                <c:pt idx="4">
                  <c:v>Marathahalli</c:v>
                </c:pt>
                <c:pt idx="5">
                  <c:v>HSR</c:v>
                </c:pt>
                <c:pt idx="6">
                  <c:v>Koramangala 7th</c:v>
                </c:pt>
                <c:pt idx="7">
                  <c:v>JP Nagar</c:v>
                </c:pt>
                <c:pt idx="8">
                  <c:v>Bannerghatta Rd</c:v>
                </c:pt>
                <c:pt idx="9">
                  <c:v>Electronic City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1200</c:v>
                </c:pt>
                <c:pt idx="1">
                  <c:v>1100</c:v>
                </c:pt>
                <c:pt idx="2">
                  <c:v>950</c:v>
                </c:pt>
                <c:pt idx="3">
                  <c:v>890</c:v>
                </c:pt>
                <c:pt idx="4">
                  <c:v>820</c:v>
                </c:pt>
                <c:pt idx="5">
                  <c:v>780</c:v>
                </c:pt>
                <c:pt idx="6">
                  <c:v>720</c:v>
                </c:pt>
                <c:pt idx="7">
                  <c:v>680</c:v>
                </c:pt>
                <c:pt idx="8">
                  <c:v>620</c:v>
                </c:pt>
                <c:pt idx="9">
                  <c:v>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294-45E4-A2C2-BA614DF0E7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F3-4C67-8196-9B18A67F66C5}"/>
              </c:ext>
            </c:extLst>
          </c:dPt>
          <c:dPt>
            <c:idx val="1"/>
            <c:invertIfNegative val="0"/>
            <c:bubble3D val="0"/>
            <c:spPr>
              <a:solidFill>
                <a:srgbClr val="B522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F3-4C67-8196-9B18A67F66C5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F3-4C67-8196-9B18A67F66C5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F3-4C67-8196-9B18A67F66C5}"/>
              </c:ext>
            </c:extLst>
          </c:dPt>
          <c:dPt>
            <c:idx val="4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F3-4C67-8196-9B18A67F66C5}"/>
              </c:ext>
            </c:extLst>
          </c:dPt>
          <c:dPt>
            <c:idx val="5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F3-4C67-8196-9B18A67F66C5}"/>
              </c:ext>
            </c:extLst>
          </c:dPt>
          <c:dPt>
            <c:idx val="6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F3-4C67-8196-9B18A67F66C5}"/>
              </c:ext>
            </c:extLst>
          </c:dPt>
          <c:dPt>
            <c:idx val="7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8F3-4C67-8196-9B18A67F66C5}"/>
              </c:ext>
            </c:extLst>
          </c:dPt>
          <c:dPt>
            <c:idx val="8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8F3-4C67-8196-9B18A67F66C5}"/>
              </c:ext>
            </c:extLst>
          </c:dPt>
          <c:dPt>
            <c:idx val="9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8F3-4C67-8196-9B18A67F66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North Indian</c:v>
                </c:pt>
                <c:pt idx="1">
                  <c:v>Chinese</c:v>
                </c:pt>
                <c:pt idx="2">
                  <c:v>South Indian</c:v>
                </c:pt>
                <c:pt idx="3">
                  <c:v>Fast Food</c:v>
                </c:pt>
                <c:pt idx="4">
                  <c:v>Biryani</c:v>
                </c:pt>
                <c:pt idx="5">
                  <c:v>Beverages</c:v>
                </c:pt>
                <c:pt idx="6">
                  <c:v>Desserts</c:v>
                </c:pt>
                <c:pt idx="7">
                  <c:v>Italian</c:v>
                </c:pt>
                <c:pt idx="8">
                  <c:v>Continental</c:v>
                </c:pt>
                <c:pt idx="9">
                  <c:v>Cafe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14200</c:v>
                </c:pt>
                <c:pt idx="1">
                  <c:v>12800</c:v>
                </c:pt>
                <c:pt idx="2">
                  <c:v>11500</c:v>
                </c:pt>
                <c:pt idx="3">
                  <c:v>9200</c:v>
                </c:pt>
                <c:pt idx="4">
                  <c:v>7800</c:v>
                </c:pt>
                <c:pt idx="5">
                  <c:v>6500</c:v>
                </c:pt>
                <c:pt idx="6">
                  <c:v>5900</c:v>
                </c:pt>
                <c:pt idx="7">
                  <c:v>4800</c:v>
                </c:pt>
                <c:pt idx="8">
                  <c:v>4200</c:v>
                </c:pt>
                <c:pt idx="9">
                  <c:v>3900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8F3-4C67-8196-9B18A67F66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5222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B5222F"/>
                </a:solidFill>
                <a:latin typeface="Arial"/>
              </a:rPr>
              <a:t>Cost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83-4A15-B13B-84A348C6EE6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83-4A15-B13B-84A348C6EE6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583-4A15-B13B-84A348C6EE62}"/>
              </c:ext>
            </c:extLst>
          </c:dPt>
          <c:dPt>
            <c:idx val="3"/>
            <c:invertIfNegative val="0"/>
            <c:bubble3D val="0"/>
            <c:spPr>
              <a:solidFill>
                <a:srgbClr val="B522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83-4A15-B13B-84A348C6EE62}"/>
              </c:ext>
            </c:extLst>
          </c:dPt>
          <c:dPt>
            <c:idx val="4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83-4A15-B13B-84A348C6EE62}"/>
              </c:ext>
            </c:extLst>
          </c:dPt>
          <c:dPt>
            <c:idx val="5"/>
            <c:invertIfNegative val="0"/>
            <c:bubble3D val="0"/>
            <c:spPr>
              <a:solidFill>
                <a:srgbClr val="FFB3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83-4A15-B13B-84A348C6EE62}"/>
              </c:ext>
            </c:extLst>
          </c:dPt>
          <c:cat>
            <c:strRef>
              <c:f>Sheet1!$A$2:$A$7</c:f>
              <c:strCache>
                <c:ptCount val="6"/>
                <c:pt idx="0">
                  <c:v>₹0-200</c:v>
                </c:pt>
                <c:pt idx="1">
                  <c:v>₹201-400</c:v>
                </c:pt>
                <c:pt idx="2">
                  <c:v>₹401-600</c:v>
                </c:pt>
                <c:pt idx="3">
                  <c:v>₹601-900</c:v>
                </c:pt>
                <c:pt idx="4">
                  <c:v>₹901-1500</c:v>
                </c:pt>
                <c:pt idx="5">
                  <c:v>₹1500+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3500</c:v>
                </c:pt>
                <c:pt idx="1">
                  <c:v>16800</c:v>
                </c:pt>
                <c:pt idx="2">
                  <c:v>14200</c:v>
                </c:pt>
                <c:pt idx="3">
                  <c:v>8900</c:v>
                </c:pt>
                <c:pt idx="4">
                  <c:v>4200</c:v>
                </c:pt>
                <c:pt idx="5">
                  <c:v>2400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583-4A15-B13B-84A348C6EE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5222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B5222F"/>
                </a:solidFill>
                <a:latin typeface="Arial"/>
              </a:rPr>
              <a:t>Cost vs. Avg Rating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ln w="31750" cap="flat">
              <a:solidFill>
                <a:srgbClr val="E237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₹0-200</c:v>
                </c:pt>
                <c:pt idx="1">
                  <c:v>₹201-400</c:v>
                </c:pt>
                <c:pt idx="2">
                  <c:v>₹401-600</c:v>
                </c:pt>
                <c:pt idx="3">
                  <c:v>₹601-900</c:v>
                </c:pt>
                <c:pt idx="4">
                  <c:v>₹901-1500</c:v>
                </c:pt>
                <c:pt idx="5">
                  <c:v>₹1500+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3.65</c:v>
                </c:pt>
                <c:pt idx="2">
                  <c:v>3.72</c:v>
                </c:pt>
                <c:pt idx="3">
                  <c:v>3.71</c:v>
                </c:pt>
                <c:pt idx="4">
                  <c:v>3.8</c:v>
                </c:pt>
                <c:pt idx="5">
                  <c:v>3.85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F60-4D79-91DF-3C9AE64333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3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52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3246120" y="0"/>
            <a:ext cx="109728" cy="5143500"/>
          </a:xfrm>
          <a:prstGeom prst="rect">
            <a:avLst/>
          </a:prstGeom>
          <a:solidFill>
            <a:srgbClr val="C01F2E"/>
          </a:solidFill>
          <a:ln w="12700">
            <a:solidFill>
              <a:srgbClr val="C01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" y="521208"/>
            <a:ext cx="2194560" cy="2194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i="1" dirty="0">
                <a:solidFill>
                  <a:srgbClr val="E23744"/>
                </a:solidFill>
                <a:latin typeface="Arial Black" panose="020B0A04020102020204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9600" i="1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ZOMATO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594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3566160" y="2697480"/>
            <a:ext cx="5029200" cy="36576"/>
          </a:xfrm>
          <a:prstGeom prst="rect">
            <a:avLst/>
          </a:prstGeom>
          <a:solidFill>
            <a:srgbClr val="FFB3BB"/>
          </a:solidFill>
          <a:ln w="12700">
            <a:solidFill>
              <a:srgbClr val="FFB3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6160" y="28163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Python  |  Pandas  |  Seaborn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3337560"/>
            <a:ext cx="1554480" cy="1005840"/>
          </a:xfrm>
          <a:prstGeom prst="rect">
            <a:avLst/>
          </a:prstGeom>
          <a:solidFill>
            <a:srgbClr val="B5222F"/>
          </a:solidFill>
          <a:ln w="12700">
            <a:solidFill>
              <a:srgbClr val="C01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3858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3337560"/>
            <a:ext cx="1554480" cy="1005840"/>
          </a:xfrm>
          <a:prstGeom prst="rect">
            <a:avLst/>
          </a:prstGeom>
          <a:solidFill>
            <a:srgbClr val="B5222F"/>
          </a:solidFill>
          <a:ln w="12700">
            <a:solidFill>
              <a:srgbClr val="C01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5780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57800" y="3858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337560"/>
            <a:ext cx="1554480" cy="1005840"/>
          </a:xfrm>
          <a:prstGeom prst="rect">
            <a:avLst/>
          </a:prstGeom>
          <a:solidFill>
            <a:srgbClr val="B5222F"/>
          </a:solidFill>
          <a:ln w="12700">
            <a:solidFill>
              <a:srgbClr val="C01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4944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3858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45354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— Rating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3367" y="640080"/>
            <a:ext cx="862915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perceive Bengaluru restaurants?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 flipV="1">
            <a:off x="429768" y="1106425"/>
            <a:ext cx="1025321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381048743"/>
              </p:ext>
            </p:extLst>
          </p:nvPr>
        </p:nvGraphicFramePr>
        <p:xfrm>
          <a:off x="4361688" y="1098870"/>
          <a:ext cx="45262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1161686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16052" y="1152144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48" y="11704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1207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Range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" y="1581514"/>
            <a:ext cx="2468880" cy="22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3.5 – 4.2 stars covers 70%+ of all restaurants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6052" y="2092783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29768" y="2083242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16" y="2243659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4416" y="1929384"/>
            <a:ext cx="1726030" cy="559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60120" y="2329732"/>
            <a:ext cx="2244852" cy="99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≈ 3.71 — customers are generally satisfied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5853" y="3050319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25196" y="3063041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91" y="3184994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3050318"/>
            <a:ext cx="1431930" cy="27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Skew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33272" y="3314700"/>
            <a:ext cx="171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restaurants rated below 3.0 in this market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&amp; 3 — Online Order &amp; Table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 adoption across restaurants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90425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490477227"/>
              </p:ext>
            </p:extLst>
          </p:nvPr>
        </p:nvGraphicFramePr>
        <p:xfrm>
          <a:off x="3898129" y="1518898"/>
          <a:ext cx="2240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1950793939"/>
              </p:ext>
            </p:extLst>
          </p:nvPr>
        </p:nvGraphicFramePr>
        <p:xfrm>
          <a:off x="6138409" y="1515717"/>
          <a:ext cx="2148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411480" y="1463040"/>
            <a:ext cx="315070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16450" y="1455884"/>
            <a:ext cx="64008" cy="6858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57" y="158648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Online Enabled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62717" y="1700784"/>
            <a:ext cx="2699467" cy="44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restaurants embrace food-delivery culture — Swiggy &amp; Zomato effect is real  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6450" y="2299716"/>
            <a:ext cx="314573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5"/>
          <p:cNvSpPr/>
          <p:nvPr/>
        </p:nvSpPr>
        <p:spPr>
          <a:xfrm>
            <a:off x="432949" y="2286795"/>
            <a:ext cx="64008" cy="6858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554" y="24414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3029" y="2212848"/>
            <a:ext cx="161411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Book Table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93911" y="2571750"/>
            <a:ext cx="2389369" cy="259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 are still niche — premium/fine-dining differentiator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1480" y="3123471"/>
            <a:ext cx="315070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19"/>
          <p:cNvSpPr/>
          <p:nvPr/>
        </p:nvSpPr>
        <p:spPr>
          <a:xfrm>
            <a:off x="431953" y="3110550"/>
            <a:ext cx="64008" cy="6858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54927" y="3163327"/>
            <a:ext cx="2582186" cy="25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→ Better Ratings?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58519" y="3380497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accepting online orders tend to average 0.3 pts higher in ratings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4 — Top Restaurant Locations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Bengaluru's dining scene concentrated?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" y="1783080"/>
            <a:ext cx="37124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434840" y="1463040"/>
          <a:ext cx="4526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352044" y="148590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30377" y="1507170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85" y="1600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964" y="14493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Rules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9244" y="1750480"/>
            <a:ext cx="2468880" cy="517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alone (all blocks combined) hosts 2,000+ restaurants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52044" y="253229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58902" y="2544815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12" y="264788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996" y="25688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Corridors Thrive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72655" y="2830764"/>
            <a:ext cx="20540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Whitefield &amp; Marathahalli boom due to tech workforce density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48068" y="357142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58902" y="3571428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02" y="369482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996" y="3434268"/>
            <a:ext cx="2011680" cy="521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Fierce Competition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32986" y="37950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locations share 45% of all listings — saturation risk is real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5 — Popular Cuisines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flavours does Bengaluru crave?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" y="1783080"/>
            <a:ext cx="37124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434840" y="1463040"/>
          <a:ext cx="45262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384048" y="158191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74904" y="1601790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74809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16073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Dominates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05256" y="1856231"/>
            <a:ext cx="2094771" cy="13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all cuisine mentions — reflects pan-India migration &amp; preference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74904" y="257175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84048" y="2569464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74091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2514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Wins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05256" y="2814165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3+ cuisine types earn 15% higher average ratings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1188" y="3550456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61188" y="3569042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75361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6801" y="353187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Boom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05256" y="3831733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Biryani-specialist spots grew 40% YoY — strong dedicated demand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6 &amp; 7 — Cost Distribution &amp; Cost vs. Rating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spending more guarantee a better meal?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" y="1783080"/>
            <a:ext cx="38496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2204071461"/>
              </p:ext>
            </p:extLst>
          </p:nvPr>
        </p:nvGraphicFramePr>
        <p:xfrm>
          <a:off x="3749040" y="1417320"/>
          <a:ext cx="2651762" cy="288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581288176"/>
              </p:ext>
            </p:extLst>
          </p:nvPr>
        </p:nvGraphicFramePr>
        <p:xfrm>
          <a:off x="6720841" y="1417319"/>
          <a:ext cx="2295937" cy="286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19456" y="1563226"/>
            <a:ext cx="320954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15878" y="1581912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79" y="172503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₹200-600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31520" y="1831582"/>
            <a:ext cx="2697480" cy="152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restaurants cluster in affordable-mid range — Bengaluru's value-seeker culture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19456" y="2606040"/>
            <a:ext cx="320954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95801" y="2614786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8026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258278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Cost↔Rating Link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" y="2861674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≈ 0.18 — price alone does NOT predict satisfaction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195800" y="3634541"/>
            <a:ext cx="323319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10312" y="3625795"/>
            <a:ext cx="64008" cy="65836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79" y="371246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359399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Slightly Better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1520" y="3881034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&gt;₹900 average 0.15 pts higher — marginal quality premium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8 — Correlation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statistical relationships between numeric variables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60620" y="134973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1828800"/>
            <a:ext cx="50292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6636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194560"/>
            <a:ext cx="502920" cy="502920"/>
          </a:xfrm>
          <a:prstGeom prst="rect">
            <a:avLst/>
          </a:prstGeom>
          <a:solidFill>
            <a:srgbClr val="E237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663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194560"/>
            <a:ext cx="502920" cy="502920"/>
          </a:xfrm>
          <a:prstGeom prst="rect">
            <a:avLst/>
          </a:prstGeom>
          <a:solidFill>
            <a:srgbClr val="E860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194560"/>
            <a:ext cx="502920" cy="502920"/>
          </a:xfrm>
          <a:prstGeom prst="rect">
            <a:avLst/>
          </a:prstGeom>
          <a:solidFill>
            <a:srgbClr val="EDAB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1828800"/>
            <a:ext cx="50292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97480"/>
            <a:ext cx="50292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634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2697480"/>
            <a:ext cx="502920" cy="502920"/>
          </a:xfrm>
          <a:prstGeom prst="rect">
            <a:avLst/>
          </a:prstGeom>
          <a:solidFill>
            <a:srgbClr val="E860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663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2697480"/>
            <a:ext cx="502920" cy="502920"/>
          </a:xfrm>
          <a:prstGeom prst="rect">
            <a:avLst/>
          </a:prstGeom>
          <a:solidFill>
            <a:srgbClr val="E237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692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697480"/>
            <a:ext cx="502920" cy="502920"/>
          </a:xfrm>
          <a:prstGeom prst="rect">
            <a:avLst/>
          </a:prstGeom>
          <a:solidFill>
            <a:srgbClr val="E860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72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1828800"/>
            <a:ext cx="50292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722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200400"/>
            <a:ext cx="50292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34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3200400"/>
            <a:ext cx="502920" cy="502920"/>
          </a:xfrm>
          <a:prstGeom prst="rect">
            <a:avLst/>
          </a:prstGeom>
          <a:solidFill>
            <a:srgbClr val="EDAB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66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0" y="3200400"/>
            <a:ext cx="502920" cy="502920"/>
          </a:xfrm>
          <a:prstGeom prst="rect">
            <a:avLst/>
          </a:prstGeom>
          <a:solidFill>
            <a:srgbClr val="E860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6692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solidFill>
            <a:srgbClr val="E237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63440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74920" y="3794760"/>
            <a:ext cx="155448" cy="201168"/>
          </a:xfrm>
          <a:prstGeom prst="rect">
            <a:avLst/>
          </a:prstGeom>
          <a:solidFill>
            <a:srgbClr val="E00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230368" y="3794760"/>
            <a:ext cx="155448" cy="201168"/>
          </a:xfrm>
          <a:prstGeom prst="rect">
            <a:avLst/>
          </a:prstGeom>
          <a:solidFill>
            <a:srgbClr val="E16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85816" y="3794760"/>
            <a:ext cx="155448" cy="201168"/>
          </a:xfrm>
          <a:prstGeom prst="rect">
            <a:avLst/>
          </a:prstGeom>
          <a:solidFill>
            <a:srgbClr val="E2C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541264" y="3794760"/>
            <a:ext cx="155448" cy="201168"/>
          </a:xfrm>
          <a:prstGeom prst="rect">
            <a:avLst/>
          </a:prstGeom>
          <a:solidFill>
            <a:srgbClr val="E42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696712" y="3794760"/>
            <a:ext cx="155448" cy="201168"/>
          </a:xfrm>
          <a:prstGeom prst="rect">
            <a:avLst/>
          </a:prstGeom>
          <a:solidFill>
            <a:srgbClr val="E58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852160" y="3794760"/>
            <a:ext cx="155448" cy="201168"/>
          </a:xfrm>
          <a:prstGeom prst="rect">
            <a:avLst/>
          </a:prstGeom>
          <a:solidFill>
            <a:srgbClr val="E6E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007608" y="3794760"/>
            <a:ext cx="155448" cy="201168"/>
          </a:xfrm>
          <a:prstGeom prst="rect">
            <a:avLst/>
          </a:prstGeom>
          <a:solidFill>
            <a:srgbClr val="E8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163056" y="3794760"/>
            <a:ext cx="155448" cy="201168"/>
          </a:xfrm>
          <a:prstGeom prst="rect">
            <a:avLst/>
          </a:prstGeom>
          <a:solidFill>
            <a:srgbClr val="E9A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18504" y="3794760"/>
            <a:ext cx="155448" cy="201168"/>
          </a:xfrm>
          <a:prstGeom prst="rect">
            <a:avLst/>
          </a:prstGeom>
          <a:solidFill>
            <a:srgbClr val="EB0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73952" y="3794760"/>
            <a:ext cx="155448" cy="201168"/>
          </a:xfrm>
          <a:prstGeom prst="rect">
            <a:avLst/>
          </a:prstGeom>
          <a:solidFill>
            <a:srgbClr val="EC6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766560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2" y="1715941"/>
            <a:ext cx="164592" cy="164592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411480" y="17713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↔ Votes: r=0.31 — more popular restaurants (votes) earn slightly better ratings</a:t>
            </a:r>
            <a:endParaRPr lang="en-US" sz="120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11" y="2235211"/>
            <a:ext cx="164592" cy="164592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427383" y="230249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↔ Cost:  r=0.18 — price has a very weak positive effect on ratings</a:t>
            </a:r>
            <a:endParaRPr lang="en-US" sz="1200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4" y="2859488"/>
            <a:ext cx="164592" cy="16459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371325" y="2919819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↔ Cost: r=0.22 — costlier venues attract marginally more voters</a:t>
            </a:r>
            <a:endParaRPr lang="en-US" sz="120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2" y="3385567"/>
            <a:ext cx="164592" cy="164592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411480" y="3467863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No strong linear relationships — ratings driven by multiple factors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 derived from the Bengaluru Zomato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184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81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 is Standard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" y="1965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63% adoption, restaurants without online ordering are losing visible reach. Listing on Zomato/Swiggy is now table stakes.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260604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74320" y="260604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157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Wins Volume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" y="3063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₹200-600 range dominates — successful new entrants should target mid-price to capture maximum footfall.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370332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74320" y="370332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130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Strategy is Critical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11480" y="41605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&amp; BTM offer built-in traffic but face intense competition. Secondary hubs (Electronic City) show growth potential.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27448" y="150876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727448" y="150876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161848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1581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Cuisine Offerings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864608" y="1965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3+ cuisine types score higher ratings — cuisine breadth signals quality and versatility.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27448" y="260604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727448" y="260604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71576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21808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Satisfaction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864608" y="3063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doesn't guarantee better ratings (r=0.18). Consistency of quality matters far more than premium positioning.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727448" y="3703320"/>
            <a:ext cx="4251960" cy="960120"/>
          </a:xfrm>
          <a:prstGeom prst="rect">
            <a:avLst/>
          </a:prstGeom>
          <a:solidFill>
            <a:srgbClr val="2D0A0F"/>
          </a:solidFill>
          <a:ln w="12700">
            <a:solidFill>
              <a:srgbClr val="5C1A2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4727448" y="3703320"/>
            <a:ext cx="64008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81304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21808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Reflect Trust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864608" y="41605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of 3.71 with tight variance shows Bengaluru diners are measured and fair — a great opportunity for new entrants to stand out.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" y="722376"/>
            <a:ext cx="9144000" cy="329184"/>
          </a:xfrm>
          <a:prstGeom prst="rect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46888" y="7452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 and what comes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54864" cy="4114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51,000+ raw records — removed duplicates, fixed dtypes, handled nulls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54864" cy="4114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8 focused analyses covering ratings, delivery, location, cuisine, and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54864" cy="4114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key market patterns: online ordering dominance, cuisine diversity premium, affordable-segment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54864" cy="4114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that price alone does NOT determine restaurant success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54864" cy="4114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6 actionable business insights backed by statistical evidence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1874520"/>
            <a:ext cx="54864" cy="5120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6596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76088" y="1911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276088" y="21488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real-time visual dashboard with filters by area, cuisine &amp; price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00600" y="2459736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800600" y="2459736"/>
            <a:ext cx="54864" cy="5120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51176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76088" y="2496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276088" y="27340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EDA as a live, shareable web application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800600" y="3044952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4800600" y="3044952"/>
            <a:ext cx="54864" cy="5120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36392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76088" y="3081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Predictor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276088" y="33192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 model to forecast ratings from cost, location &amp; cuisine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800600" y="3630168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4800600" y="3630168"/>
            <a:ext cx="54864" cy="5120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2160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276088" y="36667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276088" y="3904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Collaborative-filter engine suggesting restaurants based on user taste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800600" y="4215384"/>
            <a:ext cx="4023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4800600" y="4215384"/>
            <a:ext cx="54864" cy="5120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306824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76088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276088" y="44897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to group restaurants by customer behavior profiles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-9144" y="1037844"/>
            <a:ext cx="9144000" cy="36118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8"/>
          <p:cNvSpPr/>
          <p:nvPr/>
        </p:nvSpPr>
        <p:spPr>
          <a:xfrm>
            <a:off x="457200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4008" y="1069848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45720" y="1060704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680" dirty="0"/>
          </a:p>
        </p:txBody>
      </p:sp>
      <p:sp>
        <p:nvSpPr>
          <p:cNvPr id="48" name="Shape 41"/>
          <p:cNvSpPr/>
          <p:nvPr/>
        </p:nvSpPr>
        <p:spPr>
          <a:xfrm>
            <a:off x="821072" y="1075812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2"/>
          <p:cNvSpPr/>
          <p:nvPr/>
        </p:nvSpPr>
        <p:spPr>
          <a:xfrm>
            <a:off x="740962" y="1071836"/>
            <a:ext cx="759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</a:t>
            </a:r>
            <a:endParaRPr lang="en-US" sz="680" dirty="0"/>
          </a:p>
        </p:txBody>
      </p:sp>
      <p:sp>
        <p:nvSpPr>
          <p:cNvPr id="50" name="Shape 43"/>
          <p:cNvSpPr/>
          <p:nvPr/>
        </p:nvSpPr>
        <p:spPr>
          <a:xfrm>
            <a:off x="1591056" y="1092708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4"/>
          <p:cNvSpPr/>
          <p:nvPr/>
        </p:nvSpPr>
        <p:spPr>
          <a:xfrm>
            <a:off x="1526750" y="1085353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680" dirty="0"/>
          </a:p>
        </p:txBody>
      </p:sp>
      <p:sp>
        <p:nvSpPr>
          <p:cNvPr id="52" name="Shape 45"/>
          <p:cNvSpPr/>
          <p:nvPr/>
        </p:nvSpPr>
        <p:spPr>
          <a:xfrm>
            <a:off x="2368495" y="1080781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6"/>
          <p:cNvSpPr/>
          <p:nvPr/>
        </p:nvSpPr>
        <p:spPr>
          <a:xfrm>
            <a:off x="2354978" y="1078595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680" dirty="0"/>
          </a:p>
        </p:txBody>
      </p:sp>
      <p:sp>
        <p:nvSpPr>
          <p:cNvPr id="54" name="Shape 47"/>
          <p:cNvSpPr/>
          <p:nvPr/>
        </p:nvSpPr>
        <p:spPr>
          <a:xfrm>
            <a:off x="3145735" y="1085353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8"/>
          <p:cNvSpPr/>
          <p:nvPr/>
        </p:nvSpPr>
        <p:spPr>
          <a:xfrm>
            <a:off x="3137088" y="1077203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Thinking</a:t>
            </a:r>
            <a:endParaRPr lang="en-US" sz="680" dirty="0"/>
          </a:p>
        </p:txBody>
      </p:sp>
      <p:sp>
        <p:nvSpPr>
          <p:cNvPr id="56" name="Shape 49"/>
          <p:cNvSpPr/>
          <p:nvPr/>
        </p:nvSpPr>
        <p:spPr>
          <a:xfrm>
            <a:off x="3949612" y="1078992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0"/>
          <p:cNvSpPr/>
          <p:nvPr/>
        </p:nvSpPr>
        <p:spPr>
          <a:xfrm>
            <a:off x="3983306" y="106925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680" dirty="0"/>
          </a:p>
        </p:txBody>
      </p:sp>
      <p:sp>
        <p:nvSpPr>
          <p:cNvPr id="58" name="Shape 51"/>
          <p:cNvSpPr/>
          <p:nvPr/>
        </p:nvSpPr>
        <p:spPr>
          <a:xfrm>
            <a:off x="4735499" y="1061599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2"/>
          <p:cNvSpPr/>
          <p:nvPr/>
        </p:nvSpPr>
        <p:spPr>
          <a:xfrm>
            <a:off x="6316815" y="1106424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680" dirty="0"/>
          </a:p>
        </p:txBody>
      </p:sp>
      <p:sp>
        <p:nvSpPr>
          <p:cNvPr id="60" name="Shape 53"/>
          <p:cNvSpPr/>
          <p:nvPr/>
        </p:nvSpPr>
        <p:spPr>
          <a:xfrm>
            <a:off x="5521386" y="1077203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4"/>
          <p:cNvSpPr/>
          <p:nvPr/>
        </p:nvSpPr>
        <p:spPr>
          <a:xfrm>
            <a:off x="4708862" y="1068258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6313635" y="1092708"/>
            <a:ext cx="694944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3" name="Text 56"/>
          <p:cNvSpPr/>
          <p:nvPr/>
        </p:nvSpPr>
        <p:spPr>
          <a:xfrm>
            <a:off x="5457080" y="1092708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68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3FA22F-2F48-020B-347F-AB23FE4E84E5}"/>
              </a:ext>
            </a:extLst>
          </p:cNvPr>
          <p:cNvSpPr txBox="1"/>
          <p:nvPr/>
        </p:nvSpPr>
        <p:spPr>
          <a:xfrm>
            <a:off x="6384003" y="1085353"/>
            <a:ext cx="64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Pandas</a:t>
            </a:r>
            <a:endParaRPr lang="en-IN" sz="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35211" y="549038"/>
            <a:ext cx="6400800" cy="3657600"/>
          </a:xfrm>
          <a:prstGeom prst="rect">
            <a:avLst/>
          </a:prstGeom>
          <a:solidFill>
            <a:srgbClr val="9B1323"/>
          </a:solidFill>
          <a:ln w="12700">
            <a:solidFill>
              <a:srgbClr val="7A0E1A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777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60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371600" y="1938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BENGALURU EDA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FFB3BB"/>
          </a:solidFill>
          <a:ln w="12700">
            <a:solidFill>
              <a:srgbClr val="FFB3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reading!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0906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on LinkedIn 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Python · Pandas · NumPy · Matplotlib · Seaborn · Google Colab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764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Bangalore Restaurant Analysis</dc:title>
  <dc:subject>PptxGenJS Presentation</dc:subject>
  <dc:creator>PptxGenJS</dc:creator>
  <cp:lastModifiedBy>p p</cp:lastModifiedBy>
  <cp:revision>1</cp:revision>
  <dcterms:created xsi:type="dcterms:W3CDTF">2026-05-31T12:14:45Z</dcterms:created>
  <dcterms:modified xsi:type="dcterms:W3CDTF">2026-05-31T13:59:09Z</dcterms:modified>
</cp:coreProperties>
</file>